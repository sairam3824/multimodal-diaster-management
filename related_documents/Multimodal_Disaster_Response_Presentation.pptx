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96"/>
    <p:restoredTop sz="94610"/>
  </p:normalViewPr>
  <p:slideViewPr>
    <p:cSldViewPr snapToGrid="0" snapToObjects="1">
      <p:cViewPr varScale="1">
        <p:scale>
          <a:sx n="248" d="100"/>
          <a:sy n="248" d="100"/>
        </p:scale>
        <p:origin x="1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46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600000">
            <a:off x="5903926" y="-906966"/>
            <a:ext cx="4572000" cy="7315200"/>
          </a:xfrm>
          <a:prstGeom prst="rect">
            <a:avLst/>
          </a:prstGeom>
          <a:solidFill>
            <a:srgbClr val="0F1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Disaster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Analysis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109728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Framework for Real-Time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Data Integration in Disaster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14630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develops a real-time multimodal deep learning system for disaster response that integrates satellite imagery, social media data, and IoT sensor feeds.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28600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introduces </a:t>
            </a: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dynamically weighs modalities based on data quality, a </a:t>
            </a: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streaming pipeline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real-time situational awareness, and </a:t>
            </a: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modules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interpretable disaster severity predictions.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 techniques ensure generalization across regions, while multitask learning handles damage estimation and population prediction in a unified framework. Benchmarked on CrisisMMD, MEDIC, and BRIGHT datasets.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Objective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393192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353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disaster response systems: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Process data modalities in isolation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Rely on offline batch processing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Lack interpretability in predictions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Fail to generalize across regions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Ignore noisy/incomplete inputs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3258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32588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37760" y="1353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983480" y="19202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adaptive multimodal fusion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Enable real-time streaming analysis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Integrate explainable AI modules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Achieve cross-region generalization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Unify multitask disaster prediction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Benchmark on public datasets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300+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disasters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worldwide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3258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3756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$200B+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337560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losses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from disasters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13258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1792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217920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disaster data 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multimodal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063240"/>
            <a:ext cx="82296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3063240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296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Research Matters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2960" y="3566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and accurate disaster assessment saves lives. Existing AI systems analyze text, images, or sensor data separately—missing critical cross-modal patterns. A unified multimodal system can detect damage faster, estimate needs more accurately, and explain its reasoning to first responders who must make life-or-death decisions under pressure.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 — Literature Survey (1/3)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97280" y="647015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Learning &amp; Crisis Informatics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291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Alam et al., 2018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CrisisMMD: Multimodal crisis dataset for Twitter image–text 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Ofli et al.,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MEDIC: A multi-task learning dataset for disaster image 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Abavisani et al.,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categorization of crisis events in social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al.,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 attention for multimodal disaster tweet 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Madichetty &amp; Sridevi,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Fusion-based deep learning for crisis-related tweet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Nalluru et al., 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Relevancy classification of multimodal social media during disasters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Weber et al.,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Detecting informative tweets during disasters using NLP and 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 — Literature Survey (2/3)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9728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 &amp; Multimodal Data Fusion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291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Gupta et al., 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xBD: A dataset for assessing building damage from satellite imagery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Adriano et al.,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BRIGHT: Building damage assessment using bi-temporal satellite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Rudner et al., 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Multi3Net: Multi-task learning for building damage from multi-source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al., 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Dual-stream CNNs for change detection in disaster satellite imagery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et al.,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Convolutional neural networks for rapid damage mapping using UAV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 et al.,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Pyramid pooling for multi-resolution feature fusion in damage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Sublime &amp; Kalinicheva, 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 change detection in satellite image time series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 — Literature Survey (3/3)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9728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Explainability, Domain Adaptation &amp; Real-Time Systems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200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Selvaraju et al., 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Grad-CAM: Visual explanations for deep network predictions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Ribeiro et al., 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LIME: Explaining predictions of any classifier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al.,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adaptation for cross-region disaster damage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Ganin et al., 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Domain-adversarial training of neural networks for transfer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Jiang et al., 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multimodal fusion for streaming disaster data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Nguyen et al., 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 assessment from social media using deep transfer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Gaps Identified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3533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Unimodal Processing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handle text, images, and sensor data independently, missing cross-modal correlations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28016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128016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92040" y="13533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Offline Batch Processing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1691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are designed for post-event analysis, not real-time streaming scenarios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246888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5420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Black-Box Predictions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2880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lack interpretability, making them unsuitable for high-stakes decision-making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46888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09160" y="246888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92040" y="25420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Poor Generalization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92040" y="2880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one region or disaster type fail when deployed to new geographies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" y="36576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Limited Data Integration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" y="4069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systems combine satellite, social media, IoT sensors, and crowdsourced reports together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09160" y="365760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709160" y="36576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92040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Single-Task Frameworks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892040" y="4069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methods address one task at a time instead of jointly predicting damage, severity, and needs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20040" y="137160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371600"/>
            <a:ext cx="192024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874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Satellite, Social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Media, IoT Sensors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40280" y="210312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42316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60320" y="137160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560320" y="1371600"/>
            <a:ext cx="1920240" cy="411480"/>
          </a:xfrm>
          <a:prstGeom prst="rect">
            <a:avLst/>
          </a:prstGeom>
          <a:solidFill>
            <a:srgbClr val="2B4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6032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51760" y="1874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modality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&amp; fusion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80560" y="210312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6344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00600" y="137160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00600" y="1371600"/>
            <a:ext cx="192024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0060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 Model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2040" y="1874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Damage, severity,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prediction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20840" y="210312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0372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040880" y="137160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040880" y="1371600"/>
            <a:ext cx="192024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04088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Output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132320" y="1874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results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responders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Innovations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57200" y="361188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57200" y="3611880"/>
            <a:ext cx="260604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94360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9436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modality weighting for noisy data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291840" y="361188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3291840" y="3611880"/>
            <a:ext cx="260604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429000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42900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architecture for immediate situational awareness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126480" y="361188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6126480" y="3611880"/>
            <a:ext cx="260604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263640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26364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generalization via adversarial training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Methodology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satellite, social media, IoT, and crowdsourced data into unified pipeline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2801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023360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2900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normalize, and align multimodal inputs with temporal synchronization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12801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63640" y="14173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63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0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6364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for images, transformers for text, temporal encoders for sensor streams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9436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Confidence-weighted attention mechanism to combine modality features dynamically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9184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429000" y="3246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4290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02336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 Prediction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42900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 with task-specific heads for damage, severity, and resource needs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2648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263640" y="3246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263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85800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26364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+ LIME integration for human-interpretable prediction explanations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 &amp; Benchmarking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1645920" cy="29260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325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CrisisMMD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1097280" cy="25603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60320" y="1344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Images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1691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16K+ annotated Twitter posts with images from natural disasters for multimodal classification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19456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31520" y="2286000"/>
            <a:ext cx="164592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2286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0" y="2304288"/>
            <a:ext cx="1097280" cy="25603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60320" y="2304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disaster image dataset with labels for informativeness, damage, and humanitarian needs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154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57200" y="315468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31520" y="3246120"/>
            <a:ext cx="164592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31520" y="3246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560320" y="3264408"/>
            <a:ext cx="1097280" cy="25603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560320" y="3264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Bi-temporal high-resolution satellite imagery for building damage assessment across multiple events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Accuracy     •  F1-Score     •  AUC-ROC     •  BLEU (for XAI)     •  Inference Latency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804672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18872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2157984"/>
            <a:ext cx="14630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1261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25 – Feb 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15361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Collection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51760" y="2194560"/>
            <a:ext cx="365760" cy="365760"/>
          </a:xfrm>
          <a:prstGeom prst="ellipse">
            <a:avLst/>
          </a:prstGeom>
          <a:solidFill>
            <a:srgbClr val="2B4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103120" y="292608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103120" y="2926080"/>
            <a:ext cx="1463040" cy="36576"/>
          </a:xfrm>
          <a:prstGeom prst="rect">
            <a:avLst/>
          </a:prstGeom>
          <a:solidFill>
            <a:srgbClr val="2B4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10312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9 – Feb 22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148840" y="33101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89120" y="21945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840480" y="118872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840480" y="2157984"/>
            <a:ext cx="146304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840480" y="1261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23 – Mar 15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86200" y="15361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Training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26480" y="21945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577840" y="292608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577840" y="2926080"/>
            <a:ext cx="1463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57784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16 – Mar 29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623560" y="33101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863840" y="219456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315200" y="118872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315200" y="2157984"/>
            <a:ext cx="146304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315200" y="1261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30 – Apr 15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360920" y="15361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Writing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Deployment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57200" y="416052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22960" y="42062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Jan 25, 2026  |  Mid-review: Mar 1  |  Final submission: Apr 15, 2026  |  Continuous benchmarking against baselines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11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1353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17373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proposes a practical, scalable, and interpretable multimodal AI system that addresses critical gaps in current disaster response technology—moving from isolated, offline, and opaque models to an integrated, real-time, and explainable framework.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Contributions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33756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3291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adaptive fusion mechanism for heterogeneous disaster data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7490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60120" y="3703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real-time streaming pipeline for situational awareness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16052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60120" y="4114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integration for transparent, trustworthy predictions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6012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domain adaptation for broader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840480" y="2468880"/>
            <a:ext cx="146304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1105</Words>
  <Application>Microsoft Macintosh PowerPoint</Application>
  <PresentationFormat>On-screen Show (16:9)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Disaster Response Analysis</dc:title>
  <dc:subject>PptxGenJS Presentation</dc:subject>
  <dc:creator>Sairam Maruri</dc:creator>
  <cp:lastModifiedBy>SAI RAMA LINGA REDDY MARURI</cp:lastModifiedBy>
  <cp:revision>3</cp:revision>
  <dcterms:created xsi:type="dcterms:W3CDTF">2026-02-06T12:19:43Z</dcterms:created>
  <dcterms:modified xsi:type="dcterms:W3CDTF">2026-02-06T12:51:22Z</dcterms:modified>
</cp:coreProperties>
</file>